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02A89F0-1FAA-49D0-8AB8-84732FD7B2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D6DE34-306B-40C1-B14D-1F851BC426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12E89AA-0274-42F6-BB59-6BBCBC67B0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4A9DBB-3E1B-4C54-9292-0B05F64DF4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32FCB90-CC9A-4F47-A2BF-D659D076E8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0BD465E-90E3-4461-8C9F-8A2F1D00F4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F2ED90-1C58-4BC7-8311-5097307FE9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7B7A39-8014-483C-AFDF-78621A89AC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1A0E55C-732B-4DFE-98D1-FBCD201A00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5C950E-3843-449E-8A28-1DABADE00B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92F790-186C-426A-9866-29AFE9C94A5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6C2FB9E-2285-4634-873E-A93B07CEDCE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EED0D9D-164A-4882-90D3-07249548F701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2026-07-30T02:41:57Z</dcterms:created>
  <dc:creator/>
  <dc:description/>
  <dc:language>en-US</dc:language>
  <cp:lastModifiedBy/>
  <dcterms:modified xsi:type="dcterms:W3CDTF">2026-07-30T02:41:58Z</dcterms:modified>
  <cp:revision>1</cp:revision>
  <dc:subject/>
  <dc:title/>
</cp:coreProperties>
</file>