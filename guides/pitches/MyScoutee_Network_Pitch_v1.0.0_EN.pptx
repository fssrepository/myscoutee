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3C91A8-C9A1-4C35-82B8-82DCC837CD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D2CFC2-A16A-417E-86EA-DD031DCB06D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B75F6F-56D2-47EE-8678-09E37EA2EB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99E6AD-048A-4FF2-88B5-6931F572DD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D15FB8-FEEF-4E36-BE1E-6364485665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88F7AA-2F72-44C6-89F6-5789492E5C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7D980E-CCFB-42F7-8C90-7215793DDC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294871-666E-4E3D-88B3-AD5A9D7C1C0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43B596-84F2-4556-B62A-0DE70C4601C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4FFFBCC-6652-4AD6-8B19-ACD9AEA391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DA673C-F4DE-4E20-A948-AF975D471C9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179F2A-2CA7-4836-856F-820A4FC7F0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B0D57F52-F815-41F1-99FA-74B468F046E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2026-07-31T02:43:49Z</dcterms:created>
  <dc:creator/>
  <dc:description/>
  <dc:language>en-US</dc:language>
  <cp:lastModifiedBy/>
  <dcterms:modified xsi:type="dcterms:W3CDTF">2026-07-31T02:43:49Z</dcterms:modified>
  <cp:revision>1</cp:revision>
  <dc:subject/>
  <dc:title/>
</cp:coreProperties>
</file>