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0D51E7E-05A0-402A-B1EC-FA76C7AFBE8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9E65B5A-A6B9-4F24-A1BD-13DE6741F10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2D1D07F-A3FD-404E-9882-5E9ACA6775C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7D32C12-F1C7-4681-82F1-22C0FA450F1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4483B38-9BF2-412E-903A-B638C0595AF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57B26A8-0AD3-488E-A941-6ADF0F750B3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ECC764A-C25F-4A09-BD88-8E23CA8D0EA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BC4F037-6A5B-40BA-9323-8F005325B4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487DBE2-1B6A-49FB-A52B-E52D798A8F9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076E064-C558-4A25-8777-71445FC8C7C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8FC6804-A679-462E-B83A-CBDA38379EA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D1D488E-D8D8-491C-9562-DEB3EAEEE33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7EE68C04-D500-4BCB-AFCB-A7C50ED89307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2026-07-31T02:44:00Z</dcterms:created>
  <dc:creator/>
  <dc:description/>
  <dc:language>en-US</dc:language>
  <cp:lastModifiedBy/>
  <dcterms:modified xsi:type="dcterms:W3CDTF">2026-07-31T02:44:01Z</dcterms:modified>
  <cp:revision>1</cp:revision>
  <dc:subject/>
  <dc:title/>
</cp:coreProperties>
</file>