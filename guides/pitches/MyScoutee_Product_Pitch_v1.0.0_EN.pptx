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FB623B-DBA5-49EA-A39F-C99A0DF891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C18E97-7353-4A8E-8D24-1119BD795C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AF2CC-767A-4213-81E8-42A8A28048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5C6377-8A25-4791-9EA8-5519D414B3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0018C7-0DC3-4BD5-BCAE-924FAF5BC0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0E35AB-F107-4060-9EA0-9D4F13AB23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3AFA85-F2DE-4420-A0F3-3B1070BC01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43F6D5-F584-4D4F-83DC-C2BEA04AA8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8F9159-6270-4ACC-AAAF-8C9C59D748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831D77-B59B-4A85-AE9B-DC4C7465AF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15B0F7-784D-4B06-972A-84979D87CE8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E94410-CCBF-4ECC-8EA3-3D71BCA9BB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12CB336-7AFD-4C3C-ABD6-41FEB8D5429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2026-07-30T02:42:08Z</dcterms:created>
  <dc:creator/>
  <dc:description/>
  <dc:language>en-US</dc:language>
  <cp:lastModifiedBy/>
  <dcterms:modified xsi:type="dcterms:W3CDTF">2026-07-30T02:42:08Z</dcterms:modified>
  <cp:revision>1</cp:revision>
  <dc:subject/>
  <dc:title/>
</cp:coreProperties>
</file>